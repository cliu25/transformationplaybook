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6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5117" r:id="rId4"/>
  </p:sldMasterIdLst>
  <p:notesMasterIdLst>
    <p:notesMasterId r:id="rId8"/>
  </p:notesMasterIdLst>
  <p:handoutMasterIdLst>
    <p:handoutMasterId r:id="rId9"/>
  </p:handoutMasterIdLst>
  <p:sldIdLst>
    <p:sldId id="265" r:id="rId5"/>
    <p:sldId id="266" r:id="rId6"/>
    <p:sldId id="267" r:id="rId7"/>
  </p:sldIdLst>
  <p:sldSz cx="12192000" cy="6858000"/>
  <p:notesSz cx="7010400" cy="9296400"/>
  <p:custShowLst>
    <p:custShow name="Format Guide Workshop" id="0">
      <p:sldLst/>
    </p:custShow>
  </p:custShowLst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F9EB9D-1462-45D0-9C24-39CF6E406C58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55555"/>
    <a:srgbClr val="888888"/>
    <a:srgbClr val="D6F3FE"/>
    <a:srgbClr val="FF767C"/>
    <a:srgbClr val="F2F2F2"/>
    <a:srgbClr val="EEC87A"/>
    <a:srgbClr val="49D6B7"/>
    <a:srgbClr val="E8EBED"/>
    <a:srgbClr val="EAD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3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edith Herr" userId="bb0fe5ca-465a-4eef-9a64-d827529bfa13" providerId="ADAL" clId="{3FE61FD5-454D-5D7E-B811-F8A6FDD4E679}"/>
    <pc:docChg chg="addSld modSection">
      <pc:chgData name="Meredith Herr" userId="bb0fe5ca-465a-4eef-9a64-d827529bfa13" providerId="ADAL" clId="{3FE61FD5-454D-5D7E-B811-F8A6FDD4E679}" dt="2026-04-09T13:02:43.293" v="1" actId="680"/>
      <pc:docMkLst>
        <pc:docMk/>
      </pc:docMkLst>
      <pc:sldChg chg="new">
        <pc:chgData name="Meredith Herr" userId="bb0fe5ca-465a-4eef-9a64-d827529bfa13" providerId="ADAL" clId="{3FE61FD5-454D-5D7E-B811-F8A6FDD4E679}" dt="2026-04-09T13:02:36.864" v="0" actId="680"/>
        <pc:sldMkLst>
          <pc:docMk/>
          <pc:sldMk cId="3972235213" sldId="266"/>
        </pc:sldMkLst>
      </pc:sldChg>
      <pc:sldChg chg="new">
        <pc:chgData name="Meredith Herr" userId="bb0fe5ca-465a-4eef-9a64-d827529bfa13" providerId="ADAL" clId="{3FE61FD5-454D-5D7E-B811-F8A6FDD4E679}" dt="2026-04-09T13:02:43.293" v="1" actId="680"/>
        <pc:sldMkLst>
          <pc:docMk/>
          <pc:sldMk cId="374647373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41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/>
              <a:t>4/9/26</a:t>
            </a:fld>
            <a:endParaRPr lang="en-US" sz="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970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41" y="8829970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1" y="4439529"/>
            <a:ext cx="7008778" cy="4856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6" tIns="46588" rIns="93176" bIns="46588" rtlCol="0" anchor="ctr"/>
          <a:lstStyle/>
          <a:p>
            <a:pPr algn="ctr"/>
            <a:endParaRPr lang="en-US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3143" y="3"/>
            <a:ext cx="2954699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5100" y="579438"/>
            <a:ext cx="6662738" cy="374808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3176" tIns="46588" rIns="93176" bIns="46588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83143" y="8801208"/>
            <a:ext cx="2954699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01208"/>
            <a:ext cx="2945302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61772" y="4745447"/>
            <a:ext cx="6469091" cy="3793564"/>
          </a:xfrm>
          <a:prstGeom prst="rect">
            <a:avLst/>
          </a:prstGeom>
        </p:spPr>
        <p:txBody>
          <a:bodyPr vert="horz" lIns="93176" tIns="46588" rIns="93176" bIns="4658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172" y="0"/>
            <a:ext cx="3037627" cy="466578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F2C7CF5F-7CF3-4DF3-838A-EE34544862CC}" type="datetimeFigureOut">
              <a:rPr lang="en-US" smtClean="0"/>
              <a:pPr/>
              <a:t>4/9/26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  <a:sym typeface="+mn-lt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+mn-lt"/>
        <a:ea typeface="+mn-ea"/>
        <a:cs typeface="+mn-cs"/>
        <a:sym typeface="+mn-lt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9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AD4F-3C10-6745-6E00-BC2A1A6F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E934E-3C67-736C-2EE0-448B11037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C4637-967B-FCDA-47E3-53457FA6D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F186A-2471-AD18-0E7C-BBEBB3142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52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1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6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7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8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9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20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1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2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5" Type="http://schemas.openxmlformats.org/officeDocument/2006/relationships/image" Target="../media/image11.png"/><Relationship Id="rId4" Type="http://schemas.openxmlformats.org/officeDocument/2006/relationships/image" Target="../media/image9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4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4" Type="http://schemas.openxmlformats.org/officeDocument/2006/relationships/image" Target="../media/image5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4" Type="http://schemas.openxmlformats.org/officeDocument/2006/relationships/image" Target="../media/image5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4" Type="http://schemas.openxmlformats.org/officeDocument/2006/relationships/image" Target="../media/image5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5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6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7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8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9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0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1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2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3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4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5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6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7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37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8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10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9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0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1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2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3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4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5.bin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6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7.xml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7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0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1.xml"/><Relationship Id="rId4" Type="http://schemas.openxmlformats.org/officeDocument/2006/relationships/image" Target="../media/image5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2.xml"/><Relationship Id="rId4" Type="http://schemas.openxmlformats.org/officeDocument/2006/relationships/image" Target="../media/image5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4" Type="http://schemas.openxmlformats.org/officeDocument/2006/relationships/image" Target="../media/image5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4.xml"/><Relationship Id="rId4" Type="http://schemas.openxmlformats.org/officeDocument/2006/relationships/image" Target="../media/image5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8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7.xml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8.xml"/><Relationship Id="rId4" Type="http://schemas.openxmlformats.org/officeDocument/2006/relationships/image" Target="../media/image1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9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2.xml"/><Relationship Id="rId4" Type="http://schemas.openxmlformats.org/officeDocument/2006/relationships/image" Target="../media/image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3.xml"/><Relationship Id="rId4" Type="http://schemas.openxmlformats.org/officeDocument/2006/relationships/image" Target="../media/image1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5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6622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" t="13636" r="707" b="1363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36AEF">
              <a:alpha val="90000"/>
            </a:srgb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884" y="6273800"/>
            <a:ext cx="719015" cy="292100"/>
          </a:xfrm>
          <a:prstGeom prst="rect">
            <a:avLst/>
          </a:prstGeom>
        </p:spPr>
      </p:pic>
      <p:sp>
        <p:nvSpPr>
          <p:cNvPr id="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9997" y="242925"/>
            <a:ext cx="6194982" cy="609398"/>
          </a:xfrm>
        </p:spPr>
        <p:txBody>
          <a:bodyPr lIns="0" tIns="0" rIns="0" bIns="0" anchor="ctr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in Title Case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59997" y="852323"/>
            <a:ext cx="6194982" cy="609398"/>
          </a:xfrm>
        </p:spPr>
        <p:txBody>
          <a:bodyPr anchor="ctr">
            <a:noAutofit/>
          </a:bodyPr>
          <a:lstStyle>
            <a:lvl1pPr>
              <a:defRPr sz="3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59997" y="3467100"/>
            <a:ext cx="192453" cy="0"/>
          </a:xfrm>
          <a:prstGeom prst="line">
            <a:avLst/>
          </a:prstGeom>
          <a:ln w="19050" cap="rnd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59997" y="3609684"/>
            <a:ext cx="6194982" cy="338554"/>
          </a:xfrm>
        </p:spPr>
        <p:txBody>
          <a:bodyPr anchor="ctr">
            <a:spAutoFit/>
          </a:bodyPr>
          <a:lstStyle>
            <a:lvl1pPr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in sentence case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359997" y="3948238"/>
            <a:ext cx="6194982" cy="338554"/>
          </a:xfrm>
        </p:spPr>
        <p:txBody>
          <a:bodyPr anchor="ctr">
            <a:spAutoFit/>
          </a:bodyPr>
          <a:lstStyle>
            <a:lvl1pPr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Date/place</a:t>
            </a:r>
          </a:p>
        </p:txBody>
      </p:sp>
    </p:spTree>
    <p:extLst>
      <p:ext uri="{BB962C8B-B14F-4D97-AF65-F5344CB8AC3E}">
        <p14:creationId xmlns:p14="http://schemas.microsoft.com/office/powerpoint/2010/main" val="151518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49252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5731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62175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470898"/>
          </a:xfrm>
        </p:spPr>
        <p:txBody>
          <a:bodyPr/>
          <a:lstStyle>
            <a:lvl1pPr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399" y="2085628"/>
            <a:ext cx="10933801" cy="4089131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3000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1324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30000" y="1544274"/>
            <a:ext cx="3452400" cy="1495794"/>
          </a:xfrm>
          <a:noFill/>
        </p:spPr>
        <p:txBody>
          <a:bodyPr wrap="square" lIns="0" tIns="0" rIns="320040" bIns="0" anchor="b">
            <a:noAutofit/>
          </a:bodyPr>
          <a:lstStyle>
            <a:lvl1pPr>
              <a:defRPr sz="320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5271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6593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232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5237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05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6201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8427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9398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9226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4231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149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0259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2352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5579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1804650"/>
            <a:ext cx="6247552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280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3236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200" baseline="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25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7977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0191FF"/>
              </a:gs>
              <a:gs pos="100000">
                <a:srgbClr val="005696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anchor="ctr" anchorCtr="0">
            <a:noAutofit/>
          </a:bodyPr>
          <a:lstStyle>
            <a:lvl1pPr>
              <a:defRPr sz="320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7917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302118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2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77308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0191FF"/>
              </a:gs>
              <a:gs pos="100000">
                <a:srgbClr val="005696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7419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1933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87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7260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0191FF"/>
              </a:gs>
              <a:gs pos="100000">
                <a:srgbClr val="005696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3807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03807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28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9540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91FF"/>
              </a:gs>
              <a:gs pos="100000">
                <a:srgbClr val="005696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6986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87804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7055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2302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rgbClr val="32C4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32C4FC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37966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rgbClr val="00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94568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0191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217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5734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</p:spPr>
        <p:txBody>
          <a:bodyPr/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3007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1291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1425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8711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0231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2926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2490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2092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Group 48"/>
          <p:cNvGrpSpPr/>
          <p:nvPr userDrawn="1"/>
        </p:nvGrpSpPr>
        <p:grpSpPr>
          <a:xfrm>
            <a:off x="-600" y="-1"/>
            <a:ext cx="12193800" cy="6858001"/>
            <a:chOff x="-600" y="-1"/>
            <a:chExt cx="12193800" cy="6858001"/>
          </a:xfrm>
        </p:grpSpPr>
        <p:sp>
          <p:nvSpPr>
            <p:cNvPr id="50" name="No fly zone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>
                <a:gd name="connsiteX0" fmla="*/ 630001 w 12193200"/>
                <a:gd name="connsiteY0" fmla="*/ 622800 h 6858000"/>
                <a:gd name="connsiteX1" fmla="*/ 630001 w 12193200"/>
                <a:gd name="connsiteY1" fmla="*/ 6160597 h 6858000"/>
                <a:gd name="connsiteX2" fmla="*/ 11562000 w 12193200"/>
                <a:gd name="connsiteY2" fmla="*/ 6160597 h 6858000"/>
                <a:gd name="connsiteX3" fmla="*/ 11562000 w 12193200"/>
                <a:gd name="connsiteY3" fmla="*/ 622800 h 6858000"/>
                <a:gd name="connsiteX4" fmla="*/ 0 w 12193200"/>
                <a:gd name="connsiteY4" fmla="*/ 0 h 6858000"/>
                <a:gd name="connsiteX5" fmla="*/ 12193200 w 12193200"/>
                <a:gd name="connsiteY5" fmla="*/ 0 h 6858000"/>
                <a:gd name="connsiteX6" fmla="*/ 12193200 w 12193200"/>
                <a:gd name="connsiteY6" fmla="*/ 622800 h 6858000"/>
                <a:gd name="connsiteX7" fmla="*/ 12192000 w 12193200"/>
                <a:gd name="connsiteY7" fmla="*/ 622800 h 6858000"/>
                <a:gd name="connsiteX8" fmla="*/ 12192000 w 12193200"/>
                <a:gd name="connsiteY8" fmla="*/ 6160597 h 6858000"/>
                <a:gd name="connsiteX9" fmla="*/ 12193200 w 12193200"/>
                <a:gd name="connsiteY9" fmla="*/ 6160597 h 6858000"/>
                <a:gd name="connsiteX10" fmla="*/ 12193200 w 12193200"/>
                <a:gd name="connsiteY10" fmla="*/ 6858000 h 6858000"/>
                <a:gd name="connsiteX11" fmla="*/ 12192000 w 12193200"/>
                <a:gd name="connsiteY11" fmla="*/ 6858000 h 6858000"/>
                <a:gd name="connsiteX12" fmla="*/ 11562000 w 12193200"/>
                <a:gd name="connsiteY12" fmla="*/ 6858000 h 6858000"/>
                <a:gd name="connsiteX13" fmla="*/ 630001 w 12193200"/>
                <a:gd name="connsiteY13" fmla="*/ 6858000 h 6858000"/>
                <a:gd name="connsiteX14" fmla="*/ 1 w 12193200"/>
                <a:gd name="connsiteY14" fmla="*/ 6858000 h 6858000"/>
                <a:gd name="connsiteX15" fmla="*/ 1 w 12193200"/>
                <a:gd name="connsiteY15" fmla="*/ 6160597 h 6858000"/>
                <a:gd name="connsiteX16" fmla="*/ 1 w 12193200"/>
                <a:gd name="connsiteY16" fmla="*/ 622800 h 6858000"/>
                <a:gd name="connsiteX17" fmla="*/ 0 w 12193200"/>
                <a:gd name="connsiteY17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3200" h="685800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51" name="Baselines / anchors"/>
            <p:cNvGrpSpPr/>
            <p:nvPr userDrawn="1"/>
          </p:nvGrpSpPr>
          <p:grpSpPr>
            <a:xfrm>
              <a:off x="-600" y="622800"/>
              <a:ext cx="12193200" cy="5536800"/>
              <a:chOff x="12623800" y="622800"/>
              <a:chExt cx="11176000" cy="5536800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utter space"/>
            <p:cNvGrpSpPr/>
            <p:nvPr userDrawn="1"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66" name="Rectangle 34"/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67" name="Rectangle 35"/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68" name="Rectangle 36"/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69" name="Rectangle 37"/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  <p:sp>
          <p:nvSpPr>
            <p:cNvPr id="53" name="Slide edges"/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4" name="Footnote measure"/>
            <p:cNvSpPr>
              <a:spLocks noChangeArrowheads="1"/>
            </p:cNvSpPr>
            <p:nvPr/>
          </p:nvSpPr>
          <p:spPr bwMode="auto">
            <a:xfrm>
              <a:off x="629400" y="6159600"/>
              <a:ext cx="10933200" cy="378584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7" name="Whitespace measure"/>
            <p:cNvSpPr>
              <a:spLocks noChangeArrowheads="1"/>
            </p:cNvSpPr>
            <p:nvPr/>
          </p:nvSpPr>
          <p:spPr bwMode="auto">
            <a:xfrm>
              <a:off x="629400" y="1497600"/>
              <a:ext cx="10932229" cy="583200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58" name="Five column measure"/>
            <p:cNvGrpSpPr/>
            <p:nvPr userDrawn="1"/>
          </p:nvGrpSpPr>
          <p:grpSpPr>
            <a:xfrm>
              <a:off x="629400" y="5975122"/>
              <a:ext cx="10933200" cy="79536"/>
              <a:chOff x="629400" y="5975122"/>
              <a:chExt cx="10933200" cy="79536"/>
            </a:xfrm>
          </p:grpSpPr>
          <p:sp>
            <p:nvSpPr>
              <p:cNvPr id="61" name="Rectangle 5"/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62" name="Rectangle 7"/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63" name="Rectangle 9"/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64" name="Rectangle 11"/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65" name="Rectangle 13"/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  <p:sp>
          <p:nvSpPr>
            <p:cNvPr id="59" name="Live area"/>
            <p:cNvSpPr/>
            <p:nvPr/>
          </p:nvSpPr>
          <p:spPr>
            <a:xfrm>
              <a:off x="629400" y="2080801"/>
              <a:ext cx="10933200" cy="4078800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60" name="Footnote example"/>
            <p:cNvSpPr txBox="1"/>
            <p:nvPr/>
          </p:nvSpPr>
          <p:spPr>
            <a:xfrm>
              <a:off x="630000" y="6144442"/>
              <a:ext cx="9030914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lt"/>
                </a:rPr>
                <a:t>1. xxxx  2. xxxx  3. List footnotes in numerical order. Footnote numbers are not bracketed. Use 10pt font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lt"/>
                </a:rPr>
                <a:t>Note: Do not put a period at the end of the note or the source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959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0922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" t="13636" r="707" b="1363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36AEF">
              <a:alpha val="90000"/>
            </a:srgb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884" y="6273800"/>
            <a:ext cx="719015" cy="292100"/>
          </a:xfrm>
          <a:prstGeom prst="rect">
            <a:avLst/>
          </a:prstGeom>
        </p:spPr>
      </p:pic>
      <p:sp>
        <p:nvSpPr>
          <p:cNvPr id="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59997" y="242925"/>
            <a:ext cx="6194982" cy="609398"/>
          </a:xfrm>
        </p:spPr>
        <p:txBody>
          <a:bodyPr lIns="0" tIns="0" rIns="0" bIns="0" anchor="ctr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in Title Case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59997" y="852323"/>
            <a:ext cx="6194982" cy="609398"/>
          </a:xfrm>
        </p:spPr>
        <p:txBody>
          <a:bodyPr anchor="ctr">
            <a:noAutofit/>
          </a:bodyPr>
          <a:lstStyle>
            <a:lvl1pPr>
              <a:defRPr sz="3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59997" y="3467100"/>
            <a:ext cx="192453" cy="0"/>
          </a:xfrm>
          <a:prstGeom prst="line">
            <a:avLst/>
          </a:prstGeom>
          <a:ln w="19050" cap="rnd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59997" y="3609684"/>
            <a:ext cx="6194982" cy="338554"/>
          </a:xfrm>
        </p:spPr>
        <p:txBody>
          <a:bodyPr anchor="ctr">
            <a:spAutoFit/>
          </a:bodyPr>
          <a:lstStyle>
            <a:lvl1pPr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 in sentence case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359997" y="3948238"/>
            <a:ext cx="6194982" cy="338554"/>
          </a:xfrm>
        </p:spPr>
        <p:txBody>
          <a:bodyPr anchor="ctr">
            <a:spAutoFit/>
          </a:bodyPr>
          <a:lstStyle>
            <a:lvl1pPr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Date/place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425" y="6438901"/>
            <a:ext cx="6067425" cy="12311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800" b="1">
                <a:solidFill>
                  <a:schemeClr val="bg1"/>
                </a:solidFill>
              </a:rPr>
              <a:t>IBM at Project Open Marketplace/June 13 2019/© 2019 IBM Corporation</a:t>
            </a:r>
            <a:endParaRPr lang="en-US" sz="8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2849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332399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206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4217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83126-25E7-42D8-B799-608CFD4DF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400" y="2085628"/>
            <a:ext cx="10933950" cy="40729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434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202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630000" y="2158987"/>
            <a:ext cx="374400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0191FF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1227048"/>
            <a:ext cx="3744000" cy="664797"/>
          </a:xfrm>
        </p:spPr>
        <p:txBody>
          <a:bodyPr anchor="t">
            <a:noAutofit/>
          </a:bodyPr>
          <a:lstStyle>
            <a:lvl1pPr>
              <a:defRPr sz="240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0075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2419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rgbClr val="32C4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990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8440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630000" y="3680016"/>
            <a:ext cx="11558587" cy="0"/>
          </a:xfrm>
          <a:prstGeom prst="line">
            <a:avLst/>
          </a:prstGeom>
          <a:ln w="19050" cmpd="sng">
            <a:solidFill>
              <a:srgbClr val="32C4FC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52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7642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2236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9523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76529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8294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5479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8101584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9392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1995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8" name="TextBox 2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045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5374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3016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9551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936" y="1785600"/>
            <a:ext cx="6247552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057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863694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3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1078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0191FF"/>
              </a:gs>
              <a:gs pos="100000">
                <a:srgbClr val="005696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791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33488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0191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69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94249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4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0191FF"/>
              </a:gs>
              <a:gs pos="100000">
                <a:srgbClr val="005696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935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75172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747822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80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9023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0191FF"/>
              </a:gs>
              <a:gs pos="100000">
                <a:srgbClr val="005696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747822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6902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0181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4496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8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6526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91FF"/>
              </a:gs>
              <a:gs pos="100000">
                <a:srgbClr val="005696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4496" cy="332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493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372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58507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0997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ts val="6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rgbClr val="32C4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32C4FC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9361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rgbClr val="00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68274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0191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194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82844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3323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4837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9689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0191FF"/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90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9076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082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3349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7118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3612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1322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7170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4" name="Group 143"/>
          <p:cNvGrpSpPr/>
          <p:nvPr userDrawn="1"/>
        </p:nvGrpSpPr>
        <p:grpSpPr>
          <a:xfrm>
            <a:off x="-600" y="-1"/>
            <a:ext cx="12193800" cy="6858001"/>
            <a:chOff x="-600" y="-1"/>
            <a:chExt cx="12193800" cy="6858001"/>
          </a:xfrm>
        </p:grpSpPr>
        <p:sp>
          <p:nvSpPr>
            <p:cNvPr id="145" name="No fly zone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>
                <a:gd name="connsiteX0" fmla="*/ 630001 w 12193200"/>
                <a:gd name="connsiteY0" fmla="*/ 622800 h 6858000"/>
                <a:gd name="connsiteX1" fmla="*/ 630001 w 12193200"/>
                <a:gd name="connsiteY1" fmla="*/ 6160597 h 6858000"/>
                <a:gd name="connsiteX2" fmla="*/ 11562000 w 12193200"/>
                <a:gd name="connsiteY2" fmla="*/ 6160597 h 6858000"/>
                <a:gd name="connsiteX3" fmla="*/ 11562000 w 12193200"/>
                <a:gd name="connsiteY3" fmla="*/ 622800 h 6858000"/>
                <a:gd name="connsiteX4" fmla="*/ 0 w 12193200"/>
                <a:gd name="connsiteY4" fmla="*/ 0 h 6858000"/>
                <a:gd name="connsiteX5" fmla="*/ 12193200 w 12193200"/>
                <a:gd name="connsiteY5" fmla="*/ 0 h 6858000"/>
                <a:gd name="connsiteX6" fmla="*/ 12193200 w 12193200"/>
                <a:gd name="connsiteY6" fmla="*/ 622800 h 6858000"/>
                <a:gd name="connsiteX7" fmla="*/ 12192000 w 12193200"/>
                <a:gd name="connsiteY7" fmla="*/ 622800 h 6858000"/>
                <a:gd name="connsiteX8" fmla="*/ 12192000 w 12193200"/>
                <a:gd name="connsiteY8" fmla="*/ 6160597 h 6858000"/>
                <a:gd name="connsiteX9" fmla="*/ 12193200 w 12193200"/>
                <a:gd name="connsiteY9" fmla="*/ 6160597 h 6858000"/>
                <a:gd name="connsiteX10" fmla="*/ 12193200 w 12193200"/>
                <a:gd name="connsiteY10" fmla="*/ 6858000 h 6858000"/>
                <a:gd name="connsiteX11" fmla="*/ 12192000 w 12193200"/>
                <a:gd name="connsiteY11" fmla="*/ 6858000 h 6858000"/>
                <a:gd name="connsiteX12" fmla="*/ 11562000 w 12193200"/>
                <a:gd name="connsiteY12" fmla="*/ 6858000 h 6858000"/>
                <a:gd name="connsiteX13" fmla="*/ 630001 w 12193200"/>
                <a:gd name="connsiteY13" fmla="*/ 6858000 h 6858000"/>
                <a:gd name="connsiteX14" fmla="*/ 1 w 12193200"/>
                <a:gd name="connsiteY14" fmla="*/ 6858000 h 6858000"/>
                <a:gd name="connsiteX15" fmla="*/ 1 w 12193200"/>
                <a:gd name="connsiteY15" fmla="*/ 6160597 h 6858000"/>
                <a:gd name="connsiteX16" fmla="*/ 1 w 12193200"/>
                <a:gd name="connsiteY16" fmla="*/ 622800 h 6858000"/>
                <a:gd name="connsiteX17" fmla="*/ 0 w 12193200"/>
                <a:gd name="connsiteY17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3200" h="685800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46" name="Baselines / anchors"/>
            <p:cNvGrpSpPr/>
            <p:nvPr userDrawn="1"/>
          </p:nvGrpSpPr>
          <p:grpSpPr>
            <a:xfrm>
              <a:off x="-600" y="622800"/>
              <a:ext cx="12193200" cy="5536800"/>
              <a:chOff x="12623800" y="622800"/>
              <a:chExt cx="11176000" cy="5536800"/>
            </a:xfrm>
          </p:grpSpPr>
          <p:cxnSp>
            <p:nvCxnSpPr>
              <p:cNvPr id="170" name="Straight Connector 169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utter space"/>
            <p:cNvGrpSpPr/>
            <p:nvPr userDrawn="1"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159" name="Rectangle 34"/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0" name="Rectangle 35"/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1" name="Rectangle 36"/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2" name="Rectangle 37"/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3" name="Rectangle 38"/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4" name="Rectangle 39"/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5" name="Rectangle 40"/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6" name="Rectangle 41"/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7" name="Rectangle 42"/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8" name="Rectangle 43"/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69" name="Rectangle 44"/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  <p:sp>
          <p:nvSpPr>
            <p:cNvPr id="148" name="Slide edges"/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49" name="Footnote measure"/>
            <p:cNvSpPr>
              <a:spLocks noChangeArrowheads="1"/>
            </p:cNvSpPr>
            <p:nvPr/>
          </p:nvSpPr>
          <p:spPr bwMode="auto">
            <a:xfrm>
              <a:off x="629400" y="6159600"/>
              <a:ext cx="10933200" cy="378584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50" name="Whitespace measure"/>
            <p:cNvSpPr>
              <a:spLocks noChangeArrowheads="1"/>
            </p:cNvSpPr>
            <p:nvPr/>
          </p:nvSpPr>
          <p:spPr bwMode="auto">
            <a:xfrm>
              <a:off x="629400" y="1497600"/>
              <a:ext cx="10932229" cy="583200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51" name="Five column measure"/>
            <p:cNvGrpSpPr/>
            <p:nvPr userDrawn="1"/>
          </p:nvGrpSpPr>
          <p:grpSpPr>
            <a:xfrm>
              <a:off x="629400" y="5975122"/>
              <a:ext cx="10933200" cy="79536"/>
              <a:chOff x="629400" y="5975122"/>
              <a:chExt cx="10933200" cy="79536"/>
            </a:xfrm>
          </p:grpSpPr>
          <p:sp>
            <p:nvSpPr>
              <p:cNvPr id="154" name="Rectangle 5"/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55" name="Rectangle 7"/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56" name="Rectangle 9"/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57" name="Rectangle 11"/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158" name="Rectangle 13"/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  <p:sp>
          <p:nvSpPr>
            <p:cNvPr id="152" name="Live area"/>
            <p:cNvSpPr/>
            <p:nvPr/>
          </p:nvSpPr>
          <p:spPr>
            <a:xfrm>
              <a:off x="629400" y="2080801"/>
              <a:ext cx="10933200" cy="4078800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53" name="Footnote example"/>
            <p:cNvSpPr txBox="1"/>
            <p:nvPr/>
          </p:nvSpPr>
          <p:spPr>
            <a:xfrm>
              <a:off x="630000" y="6144442"/>
              <a:ext cx="9030914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lt"/>
                </a:rPr>
                <a:t>1. xxxx  2. xxxx  3. List footnotes in numerical order. Footnote numbers are not bracketed. Use 10pt font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lt"/>
                </a:rPr>
                <a:t>Note: Do not put a period at the end of the note or the source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1875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480152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8"/>
            <a:ext cx="3448800" cy="34930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109949" y="1115416"/>
            <a:ext cx="2488182" cy="8963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57031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949674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92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564981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07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518958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3207715"/>
            <a:ext cx="1547143" cy="4431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7019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621275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rgbClr val="32C4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32C4FC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7"/>
            <a:ext cx="3448800" cy="3493008"/>
          </a:xfrm>
          <a:prstGeom prst="rect">
            <a:avLst/>
          </a:prstGeom>
          <a:noFill/>
          <a:ln>
            <a:solidFill>
              <a:srgbClr val="32C4FC"/>
            </a:solidFill>
          </a:ln>
        </p:spPr>
        <p:txBody>
          <a:bodyPr wrap="square" lIns="612000" tIns="46800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accent4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109949" y="1115416"/>
            <a:ext cx="2488182" cy="8963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>
                <a:solidFill>
                  <a:srgbClr val="32C4FC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6557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81224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rgbClr val="32C4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rgbClr val="32C4FC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14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717108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rgbClr val="32C4FC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rgbClr val="32C4FC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33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16225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8" name="TextBox 2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3262145"/>
            <a:ext cx="1161047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78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 flip="none" rotWithShape="1">
          <a:gsLst>
            <a:gs pos="0">
              <a:srgbClr val="0191FF"/>
            </a:gs>
            <a:gs pos="100000">
              <a:srgbClr val="00569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06794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32C4FC"/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65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6958-D78A-4899-49D2-0A0F00C6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6D3A4-88E6-1405-A825-5BD341122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469F6-ECB5-55B3-DE85-131F0612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3DAFA-91E5-5041-8A6F-F1954D78DFD6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78E1E-89E1-FD6B-61D9-E5363A47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73657-82BE-4D2A-0305-36B5D0E4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56B8F-DFAE-E646-BC01-203891103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68"/>
            </p:custDataLst>
            <p:extLst>
              <p:ext uri="{D42A27DB-BD31-4B8C-83A1-F6EECF244321}">
                <p14:modId xmlns:p14="http://schemas.microsoft.com/office/powerpoint/2010/main" val="123916160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270" imgH="270" progId="TCLayout.ActiveDocument.1">
                  <p:embed/>
                </p:oleObj>
              </mc:Choice>
              <mc:Fallback>
                <p:oleObj name="think-cell Slide" r:id="rId70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6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30000" y="622800"/>
            <a:ext cx="1093335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30000" y="1825625"/>
            <a:ext cx="1093335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83533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5" r:id="rId1"/>
    <p:sldLayoutId id="2147485086" r:id="rId2"/>
    <p:sldLayoutId id="2147485183" r:id="rId3"/>
    <p:sldLayoutId id="2147485158" r:id="rId4"/>
    <p:sldLayoutId id="2147485113" r:id="rId5"/>
    <p:sldLayoutId id="2147485114" r:id="rId6"/>
    <p:sldLayoutId id="2147485154" r:id="rId7"/>
    <p:sldLayoutId id="2147485162" r:id="rId8"/>
    <p:sldLayoutId id="2147485149" r:id="rId9"/>
    <p:sldLayoutId id="2147485087" r:id="rId10"/>
    <p:sldLayoutId id="2147485112" r:id="rId11"/>
    <p:sldLayoutId id="2147485155" r:id="rId12"/>
    <p:sldLayoutId id="2147485164" r:id="rId13"/>
    <p:sldLayoutId id="2147485109" r:id="rId14"/>
    <p:sldLayoutId id="2147485165" r:id="rId15"/>
    <p:sldLayoutId id="2147485110" r:id="rId16"/>
    <p:sldLayoutId id="2147485166" r:id="rId17"/>
    <p:sldLayoutId id="2147485156" r:id="rId18"/>
    <p:sldLayoutId id="2147485167" r:id="rId19"/>
    <p:sldLayoutId id="2147485108" r:id="rId20"/>
    <p:sldLayoutId id="2147485107" r:id="rId21"/>
    <p:sldLayoutId id="2147485106" r:id="rId22"/>
    <p:sldLayoutId id="2147485090" r:id="rId23"/>
    <p:sldLayoutId id="2147485091" r:id="rId24"/>
    <p:sldLayoutId id="2147485092" r:id="rId25"/>
    <p:sldLayoutId id="2147485093" r:id="rId26"/>
    <p:sldLayoutId id="2147485161" r:id="rId27"/>
    <p:sldLayoutId id="2147485159" r:id="rId28"/>
    <p:sldLayoutId id="2147485119" r:id="rId29"/>
    <p:sldLayoutId id="2147485184" r:id="rId30"/>
    <p:sldLayoutId id="2147485137" r:id="rId31"/>
    <p:sldLayoutId id="2147485120" r:id="rId32"/>
    <p:sldLayoutId id="2147485121" r:id="rId33"/>
    <p:sldLayoutId id="2147485141" r:id="rId34"/>
    <p:sldLayoutId id="2147485163" r:id="rId35"/>
    <p:sldLayoutId id="2147485139" r:id="rId36"/>
    <p:sldLayoutId id="2147485140" r:id="rId37"/>
    <p:sldLayoutId id="2147485122" r:id="rId38"/>
    <p:sldLayoutId id="2147485123" r:id="rId39"/>
    <p:sldLayoutId id="2147485151" r:id="rId40"/>
    <p:sldLayoutId id="2147485168" r:id="rId41"/>
    <p:sldLayoutId id="2147485127" r:id="rId42"/>
    <p:sldLayoutId id="2147485169" r:id="rId43"/>
    <p:sldLayoutId id="2147485126" r:id="rId44"/>
    <p:sldLayoutId id="2147485170" r:id="rId45"/>
    <p:sldLayoutId id="2147485153" r:id="rId46"/>
    <p:sldLayoutId id="2147485171" r:id="rId47"/>
    <p:sldLayoutId id="2147485128" r:id="rId48"/>
    <p:sldLayoutId id="2147485129" r:id="rId49"/>
    <p:sldLayoutId id="2147485130" r:id="rId50"/>
    <p:sldLayoutId id="2147485131" r:id="rId51"/>
    <p:sldLayoutId id="2147485145" r:id="rId52"/>
    <p:sldLayoutId id="2147485133" r:id="rId53"/>
    <p:sldLayoutId id="2147485144" r:id="rId54"/>
    <p:sldLayoutId id="2147485134" r:id="rId55"/>
    <p:sldLayoutId id="2147485160" r:id="rId56"/>
    <p:sldLayoutId id="2147485172" r:id="rId57"/>
    <p:sldLayoutId id="2147485173" r:id="rId58"/>
    <p:sldLayoutId id="2147485174" r:id="rId59"/>
    <p:sldLayoutId id="2147485175" r:id="rId60"/>
    <p:sldLayoutId id="2147485176" r:id="rId61"/>
    <p:sldLayoutId id="2147485177" r:id="rId62"/>
    <p:sldLayoutId id="2147485178" r:id="rId63"/>
    <p:sldLayoutId id="2147485179" r:id="rId64"/>
    <p:sldLayoutId id="2147485180" r:id="rId65"/>
    <p:sldLayoutId id="2147485185" r:id="rId6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rgbClr val="0191FF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Clr>
          <a:srgbClr val="0191FF"/>
        </a:buClr>
        <a:buFont typeface="Arial" panose="020B0604020202020204" pitchFamily="34" charset="0"/>
        <a:buChar char="​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+mn-lt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0191FF"/>
        </a:buClr>
        <a:buFont typeface="Arial" panose="020B0604020202020204" pitchFamily="34" charset="0"/>
        <a:buChar char="•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+mn-lt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0191FF"/>
        </a:buClr>
        <a:buFont typeface="Trebuchet MS" panose="020B0603020202020204" pitchFamily="34" charset="0"/>
        <a:buChar char="–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+mn-lt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0191FF"/>
        </a:buClr>
        <a:buFont typeface="Arial" panose="020B0604020202020204" pitchFamily="34" charset="0"/>
        <a:buChar char="​"/>
        <a:defRPr lang="en-US" sz="1600" kern="1200">
          <a:solidFill>
            <a:srgbClr val="0191FF"/>
          </a:solidFill>
          <a:latin typeface="+mn-lt"/>
          <a:ea typeface="+mn-ea"/>
          <a:cs typeface="+mn-cs"/>
          <a:sym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0191FF"/>
        </a:buClr>
        <a:buFont typeface="Arial" panose="020B0604020202020204" pitchFamily="34" charset="0"/>
        <a:buChar char="​"/>
        <a:defRPr lang="en-US" sz="1600" b="1" kern="1200" smtClean="0">
          <a:solidFill>
            <a:srgbClr val="000000"/>
          </a:solidFill>
          <a:latin typeface="+mn-lt"/>
          <a:ea typeface="+mn-ea"/>
          <a:cs typeface="+mn-cs"/>
          <a:sym typeface="+mn-lt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191FF"/>
        </a:buClr>
        <a:buFont typeface="Arial" panose="020B0604020202020204" pitchFamily="34" charset="0"/>
        <a:buChar char="•"/>
        <a:defRPr lang="en-US" sz="1600" kern="1200" smtClean="0">
          <a:solidFill>
            <a:srgbClr val="000000"/>
          </a:solidFill>
          <a:latin typeface="+mn-lt"/>
          <a:ea typeface="+mn-ea"/>
          <a:cs typeface="+mn-cs"/>
          <a:sym typeface="+mn-lt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Clr>
          <a:srgbClr val="0191FF"/>
        </a:buClr>
        <a:buFont typeface="Arial" panose="020B0604020202020204" pitchFamily="34" charset="0"/>
        <a:buChar char="​"/>
        <a:defRPr lang="en-US" sz="4400" kern="1200" baseline="0" smtClean="0">
          <a:solidFill>
            <a:srgbClr val="000000"/>
          </a:solidFill>
          <a:latin typeface="+mn-lt"/>
          <a:ea typeface="+mn-ea"/>
          <a:cs typeface="+mn-cs"/>
          <a:sym typeface="+mn-lt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Clr>
          <a:srgbClr val="0191FF"/>
        </a:buClr>
        <a:buFont typeface="Arial" panose="020B0604020202020204" pitchFamily="34" charset="0"/>
        <a:buChar char="​"/>
        <a:defRPr lang="en-US" sz="5400" kern="1200" baseline="0" smtClean="0">
          <a:solidFill>
            <a:srgbClr val="0191FF"/>
          </a:solidFill>
          <a:latin typeface="+mn-lt"/>
          <a:ea typeface="+mn-ea"/>
          <a:cs typeface="+mn-cs"/>
          <a:sym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rgbClr val="0191FF"/>
        </a:buClr>
        <a:buFont typeface="Arial" panose="020B0604020202020204" pitchFamily="34" charset="0"/>
        <a:buChar char="​"/>
        <a:defRPr lang="en-US" sz="2400" kern="1200" baseline="0" dirty="0">
          <a:solidFill>
            <a:srgbClr val="0191FF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 userDrawn="1">
          <p15:clr>
            <a:srgbClr val="F26B43"/>
          </p15:clr>
        </p15:guide>
        <p15:guide id="2" pos="396" userDrawn="1">
          <p15:clr>
            <a:srgbClr val="F26B43"/>
          </p15:clr>
        </p15:guide>
        <p15:guide id="3" pos="7284" userDrawn="1">
          <p15:clr>
            <a:srgbClr val="F26B43"/>
          </p15:clr>
        </p15:guide>
        <p15:guide id="4" orient="horz" pos="38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16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7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8361-7C1E-4D7C-88BB-3AEE92A37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F3CD6C2-93F6-6A45-5641-6B29AADA3B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249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3CD6C2-93F6-6A45-5641-6B29AADA3B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CB351D4-9EE1-22CE-C9AD-D607DF1E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746" y="276841"/>
            <a:ext cx="10933350" cy="332399"/>
          </a:xfrm>
        </p:spPr>
        <p:txBody>
          <a:bodyPr vert="horz"/>
          <a:lstStyle/>
          <a:p>
            <a:r>
              <a:rPr lang="en-US">
                <a:solidFill>
                  <a:srgbClr val="000000"/>
                </a:solidFill>
              </a:rPr>
              <a:t>Project Charter for [Insert Project Name] </a:t>
            </a:r>
            <a:endParaRPr lang="en-US" noProof="0">
              <a:solidFill>
                <a:srgbClr val="0191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6326F9-5D97-AD63-ECF7-D2F1A96F47A7}"/>
              </a:ext>
            </a:extLst>
          </p:cNvPr>
          <p:cNvSpPr/>
          <p:nvPr/>
        </p:nvSpPr>
        <p:spPr>
          <a:xfrm>
            <a:off x="8827008" y="35260"/>
            <a:ext cx="1194816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Exec Sponsor: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5257A8-E3EE-A415-E792-A602B1F61FFA}"/>
              </a:ext>
            </a:extLst>
          </p:cNvPr>
          <p:cNvSpPr/>
          <p:nvPr/>
        </p:nvSpPr>
        <p:spPr>
          <a:xfrm>
            <a:off x="8827008" y="919383"/>
            <a:ext cx="1194816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Start Date: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2445D-0A11-68DE-D261-8DE95E534E3D}"/>
              </a:ext>
            </a:extLst>
          </p:cNvPr>
          <p:cNvSpPr/>
          <p:nvPr/>
        </p:nvSpPr>
        <p:spPr>
          <a:xfrm>
            <a:off x="10021824" y="35260"/>
            <a:ext cx="1414272" cy="335134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</a:rPr>
              <a:t>Name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1162E-80A4-80A4-A119-B722590CE23D}"/>
              </a:ext>
            </a:extLst>
          </p:cNvPr>
          <p:cNvSpPr/>
          <p:nvPr/>
        </p:nvSpPr>
        <p:spPr>
          <a:xfrm>
            <a:off x="10021824" y="919383"/>
            <a:ext cx="1414272" cy="335134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</a:rPr>
              <a:t>MM/DD/YY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93C7A3-A833-3A86-BAFB-5EB0665B0131}"/>
              </a:ext>
            </a:extLst>
          </p:cNvPr>
          <p:cNvSpPr/>
          <p:nvPr/>
        </p:nvSpPr>
        <p:spPr>
          <a:xfrm>
            <a:off x="502746" y="959833"/>
            <a:ext cx="1194816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Description: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30B0B9-AF94-9B33-2CA3-AEEFA2F216D7}"/>
              </a:ext>
            </a:extLst>
          </p:cNvPr>
          <p:cNvSpPr/>
          <p:nvPr/>
        </p:nvSpPr>
        <p:spPr>
          <a:xfrm>
            <a:off x="1697562" y="959833"/>
            <a:ext cx="6958758" cy="335134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C44BB8D-4B5A-26C0-AD9F-208398133983}"/>
              </a:ext>
            </a:extLst>
          </p:cNvPr>
          <p:cNvSpPr/>
          <p:nvPr/>
        </p:nvSpPr>
        <p:spPr>
          <a:xfrm>
            <a:off x="8827008" y="1354371"/>
            <a:ext cx="1194816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End Date: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3C30B1C-3097-3980-6051-B12AD7B4A393}"/>
              </a:ext>
            </a:extLst>
          </p:cNvPr>
          <p:cNvSpPr/>
          <p:nvPr/>
        </p:nvSpPr>
        <p:spPr>
          <a:xfrm>
            <a:off x="10021824" y="1354371"/>
            <a:ext cx="1414272" cy="335134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</a:rPr>
              <a:t>MM/DD/YY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B1F6521-9637-431D-3B1F-021D7D763A03}"/>
              </a:ext>
            </a:extLst>
          </p:cNvPr>
          <p:cNvSpPr/>
          <p:nvPr/>
        </p:nvSpPr>
        <p:spPr>
          <a:xfrm>
            <a:off x="502746" y="1477993"/>
            <a:ext cx="1194816" cy="619030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Value Proposition: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663DAF-A203-5ABD-BE81-FBE6F6884C0B}"/>
              </a:ext>
            </a:extLst>
          </p:cNvPr>
          <p:cNvSpPr/>
          <p:nvPr/>
        </p:nvSpPr>
        <p:spPr>
          <a:xfrm>
            <a:off x="1697562" y="1477992"/>
            <a:ext cx="6958758" cy="619031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EA52F97-5C74-0D97-012C-C2FAC52B8C76}"/>
              </a:ext>
            </a:extLst>
          </p:cNvPr>
          <p:cNvSpPr/>
          <p:nvPr/>
        </p:nvSpPr>
        <p:spPr>
          <a:xfrm>
            <a:off x="502746" y="2207837"/>
            <a:ext cx="3535680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Objectives: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8B58872-7E49-BEE5-B1B5-F96AA3987D98}"/>
              </a:ext>
            </a:extLst>
          </p:cNvPr>
          <p:cNvSpPr/>
          <p:nvPr/>
        </p:nvSpPr>
        <p:spPr>
          <a:xfrm>
            <a:off x="7900416" y="2540066"/>
            <a:ext cx="3535680" cy="1519725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C7D79C8-B025-77AA-ED32-C6C56DB41ABE}"/>
              </a:ext>
            </a:extLst>
          </p:cNvPr>
          <p:cNvSpPr/>
          <p:nvPr/>
        </p:nvSpPr>
        <p:spPr>
          <a:xfrm>
            <a:off x="4201581" y="2540066"/>
            <a:ext cx="3535680" cy="1519725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7D823EA-27D1-1BF1-0D51-1C2FB514FDA8}"/>
              </a:ext>
            </a:extLst>
          </p:cNvPr>
          <p:cNvSpPr/>
          <p:nvPr/>
        </p:nvSpPr>
        <p:spPr>
          <a:xfrm>
            <a:off x="502746" y="2540066"/>
            <a:ext cx="3535680" cy="1519725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46CE736-EDA6-27B8-67FD-993ADE0AAED4}"/>
              </a:ext>
            </a:extLst>
          </p:cNvPr>
          <p:cNvSpPr/>
          <p:nvPr/>
        </p:nvSpPr>
        <p:spPr>
          <a:xfrm>
            <a:off x="4201581" y="2207837"/>
            <a:ext cx="3535680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Measures of Success/KPIs: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281F2E1-F7B2-1FEE-6DAE-8A16C7DB0D33}"/>
              </a:ext>
            </a:extLst>
          </p:cNvPr>
          <p:cNvSpPr/>
          <p:nvPr/>
        </p:nvSpPr>
        <p:spPr>
          <a:xfrm>
            <a:off x="7900416" y="2207837"/>
            <a:ext cx="3535680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Proposed Approach: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D69EE50-3F1B-41E6-E627-CEB030CB4460}"/>
              </a:ext>
            </a:extLst>
          </p:cNvPr>
          <p:cNvSpPr/>
          <p:nvPr/>
        </p:nvSpPr>
        <p:spPr>
          <a:xfrm>
            <a:off x="502747" y="4488617"/>
            <a:ext cx="5251878" cy="2037886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C1A66B0-AB0A-11CF-46F3-A4F17597FA68}"/>
              </a:ext>
            </a:extLst>
          </p:cNvPr>
          <p:cNvSpPr/>
          <p:nvPr/>
        </p:nvSpPr>
        <p:spPr>
          <a:xfrm>
            <a:off x="502745" y="4156388"/>
            <a:ext cx="5251877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Team Roles &amp; responsibilities: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14E4A38-4BDE-B35E-8E11-9FC3213B4C15}"/>
              </a:ext>
            </a:extLst>
          </p:cNvPr>
          <p:cNvSpPr/>
          <p:nvPr/>
        </p:nvSpPr>
        <p:spPr>
          <a:xfrm>
            <a:off x="6184218" y="4156388"/>
            <a:ext cx="5251878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Timeline &amp; Milestones:</a:t>
            </a:r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C974A41C-1317-AD9A-D328-6379ACEC6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043840"/>
              </p:ext>
            </p:extLst>
          </p:nvPr>
        </p:nvGraphicFramePr>
        <p:xfrm>
          <a:off x="600282" y="4633657"/>
          <a:ext cx="5036987" cy="1254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50552883"/>
                    </a:ext>
                  </a:extLst>
                </a:gridCol>
                <a:gridCol w="1096438">
                  <a:extLst>
                    <a:ext uri="{9D8B030D-6E8A-4147-A177-3AD203B41FA5}">
                      <a16:colId xmlns:a16="http://schemas.microsoft.com/office/drawing/2014/main" val="24404196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159444086"/>
                    </a:ext>
                  </a:extLst>
                </a:gridCol>
                <a:gridCol w="722207">
                  <a:extLst>
                    <a:ext uri="{9D8B030D-6E8A-4147-A177-3AD203B41FA5}">
                      <a16:colId xmlns:a16="http://schemas.microsoft.com/office/drawing/2014/main" val="3299745725"/>
                    </a:ext>
                  </a:extLst>
                </a:gridCol>
                <a:gridCol w="1467012">
                  <a:extLst>
                    <a:ext uri="{9D8B030D-6E8A-4147-A177-3AD203B41FA5}">
                      <a16:colId xmlns:a16="http://schemas.microsoft.com/office/drawing/2014/main" val="3797138228"/>
                    </a:ext>
                  </a:extLst>
                </a:gridCol>
              </a:tblGrid>
              <a:tr h="313507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Skills Required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Band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Dates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553405"/>
                  </a:ext>
                </a:extLst>
              </a:tr>
              <a:tr h="313507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038609"/>
                  </a:ext>
                </a:extLst>
              </a:tr>
              <a:tr h="313507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306721"/>
                  </a:ext>
                </a:extLst>
              </a:tr>
              <a:tr h="313507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156514"/>
                  </a:ext>
                </a:extLst>
              </a:tr>
            </a:tbl>
          </a:graphicData>
        </a:graphic>
      </p:graphicFrame>
      <p:sp>
        <p:nvSpPr>
          <p:cNvPr id="74" name="Rectangle 73">
            <a:extLst>
              <a:ext uri="{FF2B5EF4-FFF2-40B4-BE49-F238E27FC236}">
                <a16:creationId xmlns:a16="http://schemas.microsoft.com/office/drawing/2014/main" id="{32BFE913-C722-7CE3-8997-C530A1A428C8}"/>
              </a:ext>
            </a:extLst>
          </p:cNvPr>
          <p:cNvSpPr/>
          <p:nvPr/>
        </p:nvSpPr>
        <p:spPr>
          <a:xfrm>
            <a:off x="6184218" y="4488617"/>
            <a:ext cx="5251878" cy="2037886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4923CF-2236-7A14-E9DC-828F8D358F2F}"/>
              </a:ext>
            </a:extLst>
          </p:cNvPr>
          <p:cNvSpPr/>
          <p:nvPr/>
        </p:nvSpPr>
        <p:spPr>
          <a:xfrm>
            <a:off x="8827008" y="1773297"/>
            <a:ext cx="1194816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Revision Date: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C852D8-F5FF-B511-B706-5CBA086C693A}"/>
              </a:ext>
            </a:extLst>
          </p:cNvPr>
          <p:cNvSpPr/>
          <p:nvPr/>
        </p:nvSpPr>
        <p:spPr>
          <a:xfrm>
            <a:off x="10021824" y="1773297"/>
            <a:ext cx="1414272" cy="335134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</a:rPr>
              <a:t>MM/DD/YY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61C41-F82B-88B3-E308-F76DE3D87FB6}"/>
              </a:ext>
            </a:extLst>
          </p:cNvPr>
          <p:cNvSpPr/>
          <p:nvPr/>
        </p:nvSpPr>
        <p:spPr>
          <a:xfrm>
            <a:off x="6047232" y="959834"/>
            <a:ext cx="1194816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Status: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B9A427-2F06-106D-7F58-4BBCDA3FEDA6}"/>
              </a:ext>
            </a:extLst>
          </p:cNvPr>
          <p:cNvSpPr/>
          <p:nvPr/>
        </p:nvSpPr>
        <p:spPr>
          <a:xfrm>
            <a:off x="7242048" y="959834"/>
            <a:ext cx="1414272" cy="335134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</a:rPr>
              <a:t>Red / Amber / Green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F99253-061E-E6D5-7798-BDA1ABEE6B72}"/>
              </a:ext>
            </a:extLst>
          </p:cNvPr>
          <p:cNvSpPr/>
          <p:nvPr/>
        </p:nvSpPr>
        <p:spPr>
          <a:xfrm>
            <a:off x="8827008" y="474029"/>
            <a:ext cx="1194816" cy="335134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AIFT Leader: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FBB676-D764-40AF-6AB0-93C5B4160101}"/>
              </a:ext>
            </a:extLst>
          </p:cNvPr>
          <p:cNvSpPr/>
          <p:nvPr/>
        </p:nvSpPr>
        <p:spPr>
          <a:xfrm>
            <a:off x="10021824" y="474029"/>
            <a:ext cx="1414272" cy="335134"/>
          </a:xfrm>
          <a:prstGeom prst="rect">
            <a:avLst/>
          </a:prstGeom>
          <a:noFill/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0191F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</a:rPr>
              <a:t>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9DC1E0-795E-4A13-C6B9-3DB1445D11F8}"/>
              </a:ext>
            </a:extLst>
          </p:cNvPr>
          <p:cNvSpPr txBox="1"/>
          <p:nvPr/>
        </p:nvSpPr>
        <p:spPr>
          <a:xfrm>
            <a:off x="7242048" y="114300"/>
            <a:ext cx="1414272" cy="576717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On track, no risk</a:t>
            </a:r>
          </a:p>
          <a:p>
            <a:r>
              <a:rPr lang="en-US" sz="1000">
                <a:solidFill>
                  <a:srgbClr val="000000"/>
                </a:solidFill>
              </a:rPr>
              <a:t>On track, some risk</a:t>
            </a:r>
          </a:p>
          <a:p>
            <a:r>
              <a:rPr lang="en-US" sz="1000">
                <a:solidFill>
                  <a:srgbClr val="000000"/>
                </a:solidFill>
              </a:rPr>
              <a:t>Blocked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EA81DE-C08B-1F7F-AA5E-06BC483F9726}"/>
              </a:ext>
            </a:extLst>
          </p:cNvPr>
          <p:cNvSpPr/>
          <p:nvPr/>
        </p:nvSpPr>
        <p:spPr>
          <a:xfrm>
            <a:off x="7162800" y="202045"/>
            <a:ext cx="114300" cy="103635"/>
          </a:xfrm>
          <a:prstGeom prst="ellipse">
            <a:avLst/>
          </a:prstGeom>
          <a:solidFill>
            <a:srgbClr val="92D05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0EFCDE-CD20-326A-33A1-ED22902DE6E6}"/>
              </a:ext>
            </a:extLst>
          </p:cNvPr>
          <p:cNvSpPr/>
          <p:nvPr/>
        </p:nvSpPr>
        <p:spPr>
          <a:xfrm>
            <a:off x="7162800" y="354074"/>
            <a:ext cx="114300" cy="103635"/>
          </a:xfrm>
          <a:prstGeom prst="ellipse">
            <a:avLst/>
          </a:prstGeom>
          <a:solidFill>
            <a:srgbClr val="FFC0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667E8D9-6EFB-6197-AFAB-44B4746E6633}"/>
              </a:ext>
            </a:extLst>
          </p:cNvPr>
          <p:cNvSpPr/>
          <p:nvPr/>
        </p:nvSpPr>
        <p:spPr>
          <a:xfrm>
            <a:off x="7162800" y="505605"/>
            <a:ext cx="114300" cy="103635"/>
          </a:xfrm>
          <a:prstGeom prst="ellipse">
            <a:avLst/>
          </a:prstGeom>
          <a:solidFill>
            <a:srgbClr val="FF00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5EC745-37CF-C22F-DBAE-C38517E4C63A}"/>
              </a:ext>
            </a:extLst>
          </p:cNvPr>
          <p:cNvSpPr/>
          <p:nvPr/>
        </p:nvSpPr>
        <p:spPr>
          <a:xfrm>
            <a:off x="6037336" y="1474431"/>
            <a:ext cx="1175024" cy="622121"/>
          </a:xfrm>
          <a:prstGeom prst="rect">
            <a:avLst/>
          </a:prstGeom>
          <a:solidFill>
            <a:srgbClr val="0191FF"/>
          </a:solidFill>
          <a:ln w="9525" cap="rnd" cmpd="sng" algn="ctr">
            <a:solidFill>
              <a:srgbClr val="0191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EIW Level 3</a:t>
            </a:r>
            <a:endParaRPr lang="en-US" dirty="0"/>
          </a:p>
          <a:p>
            <a:r>
              <a:rPr lang="en-US" sz="1200" dirty="0">
                <a:solidFill>
                  <a:srgbClr val="FFFFFF"/>
                </a:solidFill>
              </a:rPr>
              <a:t>Impacted: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18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F23D2F-4AAE-B764-6105-A0565C00C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F1266-7E37-BF23-CE12-B4B54B2CA8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BB86A-ED0B-D067-83FB-68A7C756FD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BF0AE1-D257-6218-9D47-2C593E15D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3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47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MASTERWIZARD_DRAFT" val="0"/>
  <p:tag name="EE4P_LANGUAGE_ID" val="1033"/>
  <p:tag name="EE4P_STYLE_NAME" val="IBM Grid 16:9"/>
  <p:tag name="DECKSTER_PRESENTATION_ID" val="f58a7d3e-c466-4a09-8adb-3515770d80ed"/>
  <p:tag name="THINKCELLPRESENTATIONDONOTDELETE" val="&lt;?xml version=&quot;1.0&quot; encoding=&quot;UTF-16&quot; standalone=&quot;yes&quot;?&gt;&lt;root reqver=&quot;28224&quot;&gt;&lt;version val=&quot;3579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d&amp;#xD;%a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EE4P_MASTERWIZARD_MARGINS" val="0"/>
  <p:tag name="EE4P_STYLE_ID" val="OYCBIvl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q.pRQmTriNhEI6qtEdd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JlY3G3CTESCSb2B_0Ys.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RCtoNES0WrkTxW3gzq7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pCDHncSte1DaZCT82SO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1uaLTJTFOnD80AS_U_A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1vbYmtPRzObRZ9sJy1NN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XJ1z3RPe33KXu8t.Me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N5P6BET0yplzcUpyzlz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sBonvTSlCrJUwCVgqkw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jy04hVQVGN03fNAEUZv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QuTLY2ThGZQlMhJFiXQ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n4I8uyFShya1GtehRVq8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d6278rTTqBwLiXcLu9j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JCNa_anSV6PRE4XUi7RE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qBTEpBQS2c6pYQ3rCyK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deHoq5TCqOLagIOJOxF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BNFlDrcTp.KcM.hnhpOw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auTvSExSjSfN3UOG4OKD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_l3gFVIQG24NSD6GwYv3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6nchLoTtmJ79yT02szt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ugL0OSRcaFTf78xznBq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xTze5RhT8SXpiFjS0BId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as5bt9ThGQgFSANeS8t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jztitLT4Kst6NkO3M0r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b5pRq4SKCnvniorNbGS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7j2pQ_Qn2EgiT.ICtqF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40mA6SQpqk_BRCsFJpP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0He5FtTQWAoeNNZh6gx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DsySl0TMOfNAJFcp4Rk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2ExqNvR_a9QSEDd4tLL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1xOJpJRu.p4P6AMYIrm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4O4EVmqRlW.9k.fp6FZp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BG8xdfTPKyFfZJFr7Fo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HOdnp9R9WIPWFRUI0JA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DLEMAVRkKVjjynDL6ll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Sy90LnRwKC6Vll.6W4T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worZCySpaH8UQ1LSmfG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OpdYaxTSSu6iNJURbjR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pv6yUwRl2DBqQPpEVlF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pHjPB5TXyib5xRs0DVO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Ch_8l1So2kEPiOJTKdh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_.W4r4R0aR2lZVLBq14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554a7rRGOSqhNPnY97w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u5KUFyQYihGKG1uu2ws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Fm_G.Q4ShZ7F64q39a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eUcnkkR2emzD0tBThw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BM Grid 16:9">
  <a:themeElements>
    <a:clrScheme name="IBM">
      <a:dk1>
        <a:srgbClr val="000000"/>
      </a:dk1>
      <a:lt1>
        <a:sysClr val="window" lastClr="FFFFFF"/>
      </a:lt1>
      <a:dk2>
        <a:srgbClr val="0191FF"/>
      </a:dk2>
      <a:lt2>
        <a:srgbClr val="F2F2F2"/>
      </a:lt2>
      <a:accent1>
        <a:srgbClr val="002E50"/>
      </a:accent1>
      <a:accent2>
        <a:srgbClr val="005696"/>
      </a:accent2>
      <a:accent3>
        <a:srgbClr val="EEC87A"/>
      </a:accent3>
      <a:accent4>
        <a:srgbClr val="32C4FC"/>
      </a:accent4>
      <a:accent5>
        <a:srgbClr val="8C9BA5"/>
      </a:accent5>
      <a:accent6>
        <a:srgbClr val="9545D8"/>
      </a:accent6>
      <a:hlink>
        <a:srgbClr val="2E3558"/>
      </a:hlink>
      <a:folHlink>
        <a:srgbClr val="2E3558"/>
      </a:folHlink>
    </a:clrScheme>
    <a:fontScheme name="IBM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191FF"/>
        </a:solidFill>
        <a:ln w="9525" cap="rnd" cmpd="sng" algn="ctr">
          <a:solidFill>
            <a:srgbClr val="0191FF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07A55D-835F-47B3-AA93-317A4BB3E7CB}">
  <we:reference id="1e02f4c4-fc90-4da1-8ab3-b26c44d971ec" version="2.2.0.0" store="EXCatalog" storeType="EXCatalog"/>
  <we:alternateReferences/>
  <we:properties>
    <we:property name="ClientColors" value="&quot;[\&quot;#000000\&quot;,\&quot;#0191FF\&quot;,\&quot;#002E50\&quot;,\&quot;#005696\&quot;,\&quot;#EEC87A\&quot;,\&quot;#32C4FC\&quot;,\&quot;#8C9BA5\&quot;,\&quot;#9545D8\&quot;,\&quot;#005696\&quot;]&quot;"/>
    <we:property name="ThemeElements" value="&quot;{\&quot;colors\&quot;:[\&quot;#000000\&quot;,\&quot;#0191FF\&quot;,\&quot;#002E50\&quot;,\&quot;#005696\&quot;,\&quot;#EEC87A\&quot;,\&quot;#32C4FC\&quot;,\&quot;#8C9BA5\&quot;,\&quot;#9545D8\&quot;,\&quot;#005696\&quot;],\&quot;fonts\&quot;:[\&quot;Trebuchet MS\&quot;]}&quot;"/>
    <we:property name="ClientFonts" value="&quot;[\&quot;Trebuchet MS\&quot;]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e42320-c381-4d5c-a06d-fb941b9287c9">
      <Terms xmlns="http://schemas.microsoft.com/office/infopath/2007/PartnerControls"/>
    </lcf76f155ced4ddcb4097134ff3c332f>
    <TaxCatchAll xmlns="e4cee1ae-901f-403b-af36-81ae1c6bd84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922E2066466747B06F5A2CB1EF004C" ma:contentTypeVersion="12" ma:contentTypeDescription="Create a new document." ma:contentTypeScope="" ma:versionID="273c804a40a3007035126c9a1bf407a1">
  <xsd:schema xmlns:xsd="http://www.w3.org/2001/XMLSchema" xmlns:xs="http://www.w3.org/2001/XMLSchema" xmlns:p="http://schemas.microsoft.com/office/2006/metadata/properties" xmlns:ns2="e7e42320-c381-4d5c-a06d-fb941b9287c9" xmlns:ns3="e4cee1ae-901f-403b-af36-81ae1c6bd840" targetNamespace="http://schemas.microsoft.com/office/2006/metadata/properties" ma:root="true" ma:fieldsID="bb522c1fb3d2cea70fe48e17a5d80425" ns2:_="" ns3:_="">
    <xsd:import namespace="e7e42320-c381-4d5c-a06d-fb941b9287c9"/>
    <xsd:import namespace="e4cee1ae-901f-403b-af36-81ae1c6bd8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42320-c381-4d5c-a06d-fb941b9287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19edae7-b79a-4a5e-b725-af92424e05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ee1ae-901f-403b-af36-81ae1c6bd84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537be7-019f-49ec-95ad-57224fc3b453}" ma:internalName="TaxCatchAll" ma:showField="CatchAllData" ma:web="e4cee1ae-901f-403b-af36-81ae1c6bd8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6CF8A4-4C4A-4718-9331-76C9DEB87180}">
  <ds:schemaRefs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e4cee1ae-901f-403b-af36-81ae1c6bd840"/>
    <ds:schemaRef ds:uri="e7e42320-c381-4d5c-a06d-fb941b9287c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398D7FE-11F1-446F-8939-886D91F338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e42320-c381-4d5c-a06d-fb941b9287c9"/>
    <ds:schemaRef ds:uri="e4cee1ae-901f-403b-af36-81ae1c6bd8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A9721E-631F-40D1-99CF-465B713FFB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</Words>
  <Application>Microsoft Macintosh PowerPoint</Application>
  <PresentationFormat>Widescreen</PresentationFormat>
  <Paragraphs>34</Paragraphs>
  <Slides>3</Slides>
  <Notes>1</Notes>
  <HiddenSlides>0</HiddenSlides>
  <MMClips>0</MMClips>
  <ScaleCrop>false</ScaleCrop>
  <HeadingPairs>
    <vt:vector size="10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  <vt:variant>
        <vt:lpstr>Custom Shows</vt:lpstr>
      </vt:variant>
      <vt:variant>
        <vt:i4>1</vt:i4>
      </vt:variant>
    </vt:vector>
  </HeadingPairs>
  <TitlesOfParts>
    <vt:vector size="8" baseType="lpstr">
      <vt:lpstr>Arial</vt:lpstr>
      <vt:lpstr>Trebuchet MS</vt:lpstr>
      <vt:lpstr>IBM Grid 16:9</vt:lpstr>
      <vt:lpstr>think-cell Slide</vt:lpstr>
      <vt:lpstr>Project Charter for [Insert Project Name] </vt:lpstr>
      <vt:lpstr>PowerPoint Presentation</vt:lpstr>
      <vt:lpstr>PowerPoint Presentation</vt:lpstr>
      <vt:lpstr>Format Guide Workshop</vt:lpstr>
    </vt:vector>
  </TitlesOfParts>
  <Manager/>
  <Company>The Boston Consulting Group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The Boston Consulting Group</dc:creator>
  <cp:keywords/>
  <dc:description/>
  <cp:lastModifiedBy>Meredith Herr</cp:lastModifiedBy>
  <cp:revision>9</cp:revision>
  <cp:lastPrinted>2025-12-16T19:14:27Z</cp:lastPrinted>
  <dcterms:created xsi:type="dcterms:W3CDTF">2025-09-17T19:36:32Z</dcterms:created>
  <dcterms:modified xsi:type="dcterms:W3CDTF">2026-04-09T13:02:50Z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MSIP_Label_b0d5c4f4-7a29-4385-b7a5-afbe2154ae6f_Enabled">
    <vt:lpwstr>true</vt:lpwstr>
  </property>
  <property fmtid="{D5CDD505-2E9C-101B-9397-08002B2CF9AE}" pid="8" name="MSIP_Label_b0d5c4f4-7a29-4385-b7a5-afbe2154ae6f_SetDate">
    <vt:lpwstr>2025-09-18T12:22:08Z</vt:lpwstr>
  </property>
  <property fmtid="{D5CDD505-2E9C-101B-9397-08002B2CF9AE}" pid="9" name="MSIP_Label_b0d5c4f4-7a29-4385-b7a5-afbe2154ae6f_Method">
    <vt:lpwstr>Standard</vt:lpwstr>
  </property>
  <property fmtid="{D5CDD505-2E9C-101B-9397-08002B2CF9AE}" pid="10" name="MSIP_Label_b0d5c4f4-7a29-4385-b7a5-afbe2154ae6f_Name">
    <vt:lpwstr>Confidential</vt:lpwstr>
  </property>
  <property fmtid="{D5CDD505-2E9C-101B-9397-08002B2CF9AE}" pid="11" name="MSIP_Label_b0d5c4f4-7a29-4385-b7a5-afbe2154ae6f_SiteId">
    <vt:lpwstr>2dfb2f0b-4d21-4268-9559-72926144c918</vt:lpwstr>
  </property>
  <property fmtid="{D5CDD505-2E9C-101B-9397-08002B2CF9AE}" pid="12" name="MSIP_Label_b0d5c4f4-7a29-4385-b7a5-afbe2154ae6f_ActionId">
    <vt:lpwstr>3272a52f-1d00-445a-825e-f42588d38c51</vt:lpwstr>
  </property>
  <property fmtid="{D5CDD505-2E9C-101B-9397-08002B2CF9AE}" pid="13" name="MSIP_Label_b0d5c4f4-7a29-4385-b7a5-afbe2154ae6f_ContentBits">
    <vt:lpwstr>0</vt:lpwstr>
  </property>
  <property fmtid="{D5CDD505-2E9C-101B-9397-08002B2CF9AE}" pid="14" name="MSIP_Label_b0d5c4f4-7a29-4385-b7a5-afbe2154ae6f_Tag">
    <vt:lpwstr>10, 3, 0, 1</vt:lpwstr>
  </property>
  <property fmtid="{D5CDD505-2E9C-101B-9397-08002B2CF9AE}" pid="15" name="ContentTypeId">
    <vt:lpwstr>0x010100E3922E2066466747B06F5A2CB1EF004C</vt:lpwstr>
  </property>
  <property fmtid="{D5CDD505-2E9C-101B-9397-08002B2CF9AE}" pid="16" name="MediaServiceImageTags">
    <vt:lpwstr/>
  </property>
</Properties>
</file>