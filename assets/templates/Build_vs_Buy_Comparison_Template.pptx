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962" r:id="rId4"/>
  </p:sldMasterIdLst>
  <p:notesMasterIdLst>
    <p:notesMasterId r:id="rId6"/>
  </p:notesMasterIdLst>
  <p:handoutMasterIdLst>
    <p:handoutMasterId r:id="rId7"/>
  </p:handoutMasterIdLst>
  <p:sldIdLst>
    <p:sldId id="526" r:id="rId5"/>
  </p:sldIdLst>
  <p:sldSz cx="24387175" cy="13716000"/>
  <p:notesSz cx="6858000" cy="9144000"/>
  <p:embeddedFontLst>
    <p:embeddedFont>
      <p:font typeface="IBM Plex Sans" panose="020B0503050203000203" pitchFamily="34" charset="0"/>
      <p:regular r:id="rId8"/>
      <p:bold r:id="rId9"/>
      <p:italic r:id="rId10"/>
      <p:boldItalic r:id="rId11"/>
    </p:embeddedFont>
    <p:embeddedFont>
      <p:font typeface="IBM Plex Sans Light" panose="020B0403050203000203" pitchFamily="34" charset="0"/>
      <p:regular r:id="rId12"/>
      <p:italic r:id="rId13"/>
    </p:embeddedFont>
  </p:embeddedFontLst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4"/>
    <p:restoredTop sz="94778"/>
  </p:normalViewPr>
  <p:slideViewPr>
    <p:cSldViewPr snapToGrid="0" snapToObjects="1">
      <p:cViewPr varScale="1">
        <p:scale>
          <a:sx n="57" d="100"/>
          <a:sy n="57" d="100"/>
        </p:scale>
        <p:origin x="1152" y="192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184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00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12000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 dirty="0"/>
              <a:t>IBM Client Engineering 2025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09600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80000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434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000" y="309600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00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80000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520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80000" y="385200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85200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00" y="309600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9600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000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rPr lang="en-US" dirty="0"/>
              <a:t>IBM Client Engineering 2025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00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00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80000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97527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76071"/>
            <a:ext cx="4946904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6673850"/>
            <a:ext cx="4946904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800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800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6000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6000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6000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80000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80000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80000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6000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>
                <a:latin typeface="IBM Plex Sans" panose="020B0503050203000203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6000" y="3044825"/>
            <a:ext cx="4943475" cy="9150350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800">
                <a:latin typeface="+mj-lt"/>
              </a:defRPr>
            </a:lvl3pPr>
            <a:lvl4pPr>
              <a:defRPr sz="2800">
                <a:latin typeface="+mj-lt"/>
              </a:defRPr>
            </a:lvl4pPr>
            <a:lvl5pPr>
              <a:defRPr sz="28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2800" dirty="0">
                <a:latin typeface="IBM Plex Sans Light" panose="020B0403050203000203" pitchFamily="34" charset="0"/>
              </a:rPr>
              <a:t>Lorem ipsum dolor sit </a:t>
            </a:r>
            <a:r>
              <a:rPr lang="en-US" sz="2800" dirty="0" err="1">
                <a:latin typeface="IBM Plex Sans Light" panose="020B0403050203000203" pitchFamily="34" charset="0"/>
              </a:rPr>
              <a:t>amet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donec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quam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felis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ultricies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pellentesque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eu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pretium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sem. </a:t>
            </a:r>
            <a:r>
              <a:rPr lang="en-US" sz="2800" dirty="0" err="1">
                <a:latin typeface="IBM Plex Sans Light" panose="020B0403050203000203" pitchFamily="34" charset="0"/>
              </a:rPr>
              <a:t>Nulla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conset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massa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enim</a:t>
            </a:r>
            <a:r>
              <a:rPr lang="en-US" sz="2800" dirty="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800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517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000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04" r:id="rId3"/>
    <p:sldLayoutId id="2147483905" r:id="rId4"/>
    <p:sldLayoutId id="2147483901" r:id="rId5"/>
    <p:sldLayoutId id="2147483692" r:id="rId6"/>
    <p:sldLayoutId id="2147483906" r:id="rId7"/>
    <p:sldLayoutId id="2147483907" r:id="rId8"/>
    <p:sldLayoutId id="2147483910" r:id="rId9"/>
    <p:sldLayoutId id="2147483908" r:id="rId10"/>
    <p:sldLayoutId id="2147483909" r:id="rId11"/>
    <p:sldLayoutId id="2147483912" r:id="rId12"/>
    <p:sldLayoutId id="2147483914" r:id="rId13"/>
    <p:sldLayoutId id="2147483915" r:id="rId14"/>
    <p:sldLayoutId id="2147483913" r:id="rId15"/>
    <p:sldLayoutId id="2147483917" r:id="rId16"/>
    <p:sldLayoutId id="2147483942" r:id="rId17"/>
    <p:sldLayoutId id="2147483919" r:id="rId18"/>
    <p:sldLayoutId id="2147483929" r:id="rId19"/>
    <p:sldLayoutId id="2147483920" r:id="rId20"/>
    <p:sldLayoutId id="2147483930" r:id="rId21"/>
    <p:sldLayoutId id="2147483928" r:id="rId22"/>
    <p:sldLayoutId id="2147483948" r:id="rId23"/>
    <p:sldLayoutId id="2147483927" r:id="rId24"/>
    <p:sldLayoutId id="2147483950" r:id="rId25"/>
    <p:sldLayoutId id="2147483921" r:id="rId26"/>
    <p:sldLayoutId id="2147483916" r:id="rId27"/>
    <p:sldLayoutId id="2147483922" r:id="rId28"/>
    <p:sldLayoutId id="2147483965" r:id="rId29"/>
    <p:sldLayoutId id="2147483956" r:id="rId30"/>
    <p:sldLayoutId id="2147483923" r:id="rId31"/>
    <p:sldLayoutId id="2147483924" r:id="rId32"/>
    <p:sldLayoutId id="2147483926" r:id="rId33"/>
    <p:sldLayoutId id="2147483925" r:id="rId34"/>
    <p:sldLayoutId id="2147483959" r:id="rId35"/>
    <p:sldLayoutId id="2147483937" r:id="rId36"/>
    <p:sldLayoutId id="2147483932" r:id="rId37"/>
    <p:sldLayoutId id="2147483934" r:id="rId38"/>
    <p:sldLayoutId id="2147483935" r:id="rId39"/>
    <p:sldLayoutId id="2147483936" r:id="rId40"/>
    <p:sldLayoutId id="2147483938" r:id="rId41"/>
    <p:sldLayoutId id="2147483939" r:id="rId42"/>
    <p:sldLayoutId id="2147483964" r:id="rId43"/>
    <p:sldLayoutId id="2147483940" r:id="rId44"/>
    <p:sldLayoutId id="2147483960" r:id="rId45"/>
    <p:sldLayoutId id="2147483943" r:id="rId46"/>
    <p:sldLayoutId id="2147483963" r:id="rId47"/>
    <p:sldLayoutId id="2147483941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EC14C64-F7DC-AC9B-7D5B-8E7BA3B4F779}"/>
              </a:ext>
            </a:extLst>
          </p:cNvPr>
          <p:cNvSpPr/>
          <p:nvPr/>
        </p:nvSpPr>
        <p:spPr bwMode="auto">
          <a:xfrm>
            <a:off x="16103601" y="1"/>
            <a:ext cx="8283574" cy="13715999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graphicFrame>
        <p:nvGraphicFramePr>
          <p:cNvPr id="9" name="Table 10" descr="Graphic showing roadmap and timelines represented by black horizontal lines">
            <a:extLst>
              <a:ext uri="{FF2B5EF4-FFF2-40B4-BE49-F238E27FC236}">
                <a16:creationId xmlns:a16="http://schemas.microsoft.com/office/drawing/2014/main" id="{04472142-C3D9-2A47-9B23-B667BF83B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534718"/>
              </p:ext>
            </p:extLst>
          </p:nvPr>
        </p:nvGraphicFramePr>
        <p:xfrm>
          <a:off x="574676" y="413359"/>
          <a:ext cx="23237824" cy="12569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9220">
                  <a:extLst>
                    <a:ext uri="{9D8B030D-6E8A-4147-A177-3AD203B41FA5}">
                      <a16:colId xmlns:a16="http://schemas.microsoft.com/office/drawing/2014/main" val="3030579339"/>
                    </a:ext>
                  </a:extLst>
                </a:gridCol>
                <a:gridCol w="5722446">
                  <a:extLst>
                    <a:ext uri="{9D8B030D-6E8A-4147-A177-3AD203B41FA5}">
                      <a16:colId xmlns:a16="http://schemas.microsoft.com/office/drawing/2014/main" val="1840984390"/>
                    </a:ext>
                  </a:extLst>
                </a:gridCol>
                <a:gridCol w="6767563">
                  <a:extLst>
                    <a:ext uri="{9D8B030D-6E8A-4147-A177-3AD203B41FA5}">
                      <a16:colId xmlns:a16="http://schemas.microsoft.com/office/drawing/2014/main" val="2200160148"/>
                    </a:ext>
                  </a:extLst>
                </a:gridCol>
                <a:gridCol w="7508595">
                  <a:extLst>
                    <a:ext uri="{9D8B030D-6E8A-4147-A177-3AD203B41FA5}">
                      <a16:colId xmlns:a16="http://schemas.microsoft.com/office/drawing/2014/main" val="923403126"/>
                    </a:ext>
                  </a:extLst>
                </a:gridCol>
              </a:tblGrid>
              <a:tr h="892411">
                <a:tc>
                  <a:txBody>
                    <a:bodyPr/>
                    <a:lstStyle/>
                    <a:p>
                      <a:pPr algn="l"/>
                      <a:r>
                        <a:rPr lang="en-US" sz="28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j-lt"/>
                          <a:ea typeface="+mn-ea"/>
                          <a:cs typeface="+mn-cs"/>
                          <a:sym typeface="IBM Plex Sans"/>
                        </a:rPr>
                        <a:t>Features/Criteria</a:t>
                      </a:r>
                      <a:endParaRPr lang="en-RO" sz="2800" b="0" i="0" u="none" strike="noStrike" kern="0" cap="none" spc="0" baseline="0">
                        <a:solidFill>
                          <a:schemeClr val="lt1"/>
                        </a:solidFill>
                        <a:uFillTx/>
                        <a:latin typeface="+mj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0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j-lt"/>
                          <a:ea typeface="+mn-ea"/>
                          <a:cs typeface="+mn-cs"/>
                          <a:sym typeface="IBM Plex Sans"/>
                        </a:rPr>
                        <a:t>Option 1 Name</a:t>
                      </a:r>
                    </a:p>
                  </a:txBody>
                  <a:tcPr marR="288000" marT="0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8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j-lt"/>
                          <a:ea typeface="+mn-ea"/>
                          <a:cs typeface="+mn-cs"/>
                          <a:sym typeface="IBM Plex Sans"/>
                        </a:rPr>
                        <a:t>Option 2 Name</a:t>
                      </a:r>
                    </a:p>
                  </a:txBody>
                  <a:tcPr marR="288000" marT="0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8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j-lt"/>
                          <a:ea typeface="+mn-ea"/>
                          <a:cs typeface="+mn-cs"/>
                          <a:sym typeface="IBM Plex Sans"/>
                        </a:rPr>
                        <a:t>Option 3 Name</a:t>
                      </a:r>
                    </a:p>
                  </a:txBody>
                  <a:tcPr marR="288000" marT="0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071069"/>
                  </a:ext>
                </a:extLst>
              </a:tr>
              <a:tr h="1020725"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Primary use case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  <a:endParaRPr lang="en-RO" sz="1600" b="0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041238"/>
                  </a:ext>
                </a:extLst>
              </a:tr>
              <a:tr h="1256265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Underlying AI</a:t>
                      </a:r>
                      <a:endParaRPr lang="en-RO" sz="1600" b="0" i="0" u="none" strike="noStrike" kern="0" cap="none" spc="0" baseline="0">
                        <a:solidFill>
                          <a:schemeClr val="accen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158466"/>
                  </a:ext>
                </a:extLst>
              </a:tr>
              <a:tr h="1189132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Training Data</a:t>
                      </a:r>
                      <a:endParaRPr lang="en-RO" sz="1600" b="0" i="0" u="none" strike="noStrike" kern="0" cap="none" spc="0" baseline="0">
                        <a:solidFill>
                          <a:schemeClr val="accen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199403"/>
                  </a:ext>
                </a:extLst>
              </a:tr>
              <a:tr h="1020725"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Strengths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548911"/>
                  </a:ext>
                </a:extLst>
              </a:tr>
              <a:tr h="755652"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Weakness</a:t>
                      </a:r>
                    </a:p>
                    <a:p>
                      <a:pPr algn="l"/>
                      <a:endParaRPr lang="en-GB" sz="1600" b="0" i="0" u="none" strike="noStrike" kern="0" cap="none" spc="0" baseline="0" dirty="0">
                        <a:solidFill>
                          <a:schemeClr val="accen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  <a:endParaRPr lang="en-US" sz="1600" b="0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  <a:endParaRPr lang="en-US" sz="1600" b="0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RO" sz="1600" b="1" i="0" u="none" strike="noStrike" kern="0" cap="none" spc="0" baseline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  <a:endParaRPr lang="en-US" sz="1600" b="1" i="0" u="none" strike="noStrike" kern="0" cap="none" spc="0" baseline="0" dirty="0">
                        <a:solidFill>
                          <a:schemeClr val="accen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202662"/>
                  </a:ext>
                </a:extLst>
              </a:tr>
              <a:tr h="1417173"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Personalization Capabilities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RO" sz="1600" b="0" i="0" u="none" strike="noStrike" kern="0" cap="none" spc="0" baseline="0"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  <a:endParaRPr lang="en-RO" sz="1600" b="1" i="0" u="none" strike="noStrike" kern="0" cap="none" spc="0" baseline="0"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RO" sz="1600" b="0" i="0" u="none" strike="noStrike" kern="0" cap="none" spc="0" baseline="0"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  <a:endParaRPr lang="en-RO" sz="1600" b="1" i="0" u="none" strike="noStrike" kern="0" cap="none" spc="0" baseline="0">
                        <a:solidFill>
                          <a:schemeClr val="tx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RO" sz="1600" b="1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963333"/>
                  </a:ext>
                </a:extLst>
              </a:tr>
              <a:tr h="778535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Integration Options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  <a:endParaRPr lang="en-GB" sz="1600" b="0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RO" sz="1600" b="0" i="0" u="none" strike="noStrike" kern="0" cap="none" spc="0" baseline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  <a:endParaRPr lang="en-GB" sz="1600" b="0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  <a:endParaRPr lang="en-GB" sz="1600" b="1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856589"/>
                  </a:ext>
                </a:extLst>
              </a:tr>
              <a:tr h="1020725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User Interface</a:t>
                      </a:r>
                    </a:p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kern="0" cap="none" spc="0" baseline="0" dirty="0">
                        <a:solidFill>
                          <a:schemeClr val="accen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165782"/>
                  </a:ext>
                </a:extLst>
              </a:tr>
              <a:tr h="778535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Security &amp; Compliance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600" b="0" i="0" u="none" strike="noStrike" kern="0" cap="none" spc="0" baseline="0" dirty="0"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IBM Plex Sans"/>
                      </a:endParaRP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750572"/>
                  </a:ext>
                </a:extLst>
              </a:tr>
              <a:tr h="1189132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Ideal for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403241"/>
                  </a:ext>
                </a:extLst>
              </a:tr>
              <a:tr h="961091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accen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Pricing Model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i="0" u="none" strike="noStrike" kern="0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BM Plex Sans"/>
                        </a:rPr>
                        <a:t>[Add details]</a:t>
                      </a:r>
                    </a:p>
                  </a:txBody>
                  <a:tcPr marR="288000" marT="251999" marB="28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980642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6180E-146D-B06B-A77B-ECBD47FD2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143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31DF0289-1028-6943-A020-36845773A867}" vid="{420903E5-FF27-9C4D-AB14-78ABBED49DF3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e42320-c381-4d5c-a06d-fb941b9287c9">
      <Terms xmlns="http://schemas.microsoft.com/office/infopath/2007/PartnerControls"/>
    </lcf76f155ced4ddcb4097134ff3c332f>
    <TaxCatchAll xmlns="e4cee1ae-901f-403b-af36-81ae1c6bd84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922E2066466747B06F5A2CB1EF004C" ma:contentTypeVersion="12" ma:contentTypeDescription="Create a new document." ma:contentTypeScope="" ma:versionID="031a2767ff50ac2aeb7997cb1dfed522">
  <xsd:schema xmlns:xsd="http://www.w3.org/2001/XMLSchema" xmlns:xs="http://www.w3.org/2001/XMLSchema" xmlns:p="http://schemas.microsoft.com/office/2006/metadata/properties" xmlns:ns2="e7e42320-c381-4d5c-a06d-fb941b9287c9" xmlns:ns3="e4cee1ae-901f-403b-af36-81ae1c6bd840" targetNamespace="http://schemas.microsoft.com/office/2006/metadata/properties" ma:root="true" ma:fieldsID="160ccc0bc4b8391b4323b42fe79fe202" ns2:_="" ns3:_="">
    <xsd:import namespace="e7e42320-c381-4d5c-a06d-fb941b9287c9"/>
    <xsd:import namespace="e4cee1ae-901f-403b-af36-81ae1c6bd8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e42320-c381-4d5c-a06d-fb941b9287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19edae7-b79a-4a5e-b725-af92424e05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cee1ae-901f-403b-af36-81ae1c6bd84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537be7-019f-49ec-95ad-57224fc3b453}" ma:internalName="TaxCatchAll" ma:showField="CatchAllData" ma:web="e4cee1ae-901f-403b-af36-81ae1c6bd8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97FD22-7486-4BC0-B933-6491502EC2C0}">
  <ds:schemaRefs>
    <ds:schemaRef ds:uri="http://schemas.microsoft.com/office/2006/metadata/properties"/>
    <ds:schemaRef ds:uri="http://schemas.microsoft.com/office/infopath/2007/PartnerControls"/>
    <ds:schemaRef ds:uri="e7e42320-c381-4d5c-a06d-fb941b9287c9"/>
    <ds:schemaRef ds:uri="e4cee1ae-901f-403b-af36-81ae1c6bd840"/>
  </ds:schemaRefs>
</ds:datastoreItem>
</file>

<file path=customXml/itemProps2.xml><?xml version="1.0" encoding="utf-8"?>
<ds:datastoreItem xmlns:ds="http://schemas.openxmlformats.org/officeDocument/2006/customXml" ds:itemID="{A18CE4AE-9F5C-48B0-96EC-CD9AA4E89D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AB856C-5FF4-4DF5-AA3C-664A7E99BD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e42320-c381-4d5c-a06d-fb941b9287c9"/>
    <ds:schemaRef ds:uri="e4cee1ae-901f-403b-af36-81ae1c6bd8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3417</TotalTime>
  <Words>465</Words>
  <Application>Microsoft Office PowerPoint</Application>
  <PresentationFormat>Custom</PresentationFormat>
  <Paragraphs>60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IBM presentation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LILLIAN LI</dc:creator>
  <cp:keywords/>
  <dc:description/>
  <cp:lastModifiedBy>Jay LaPlante</cp:lastModifiedBy>
  <cp:revision>152</cp:revision>
  <cp:lastPrinted>2019-04-25T15:14:05Z</cp:lastPrinted>
  <dcterms:created xsi:type="dcterms:W3CDTF">2024-12-12T19:03:22Z</dcterms:created>
  <dcterms:modified xsi:type="dcterms:W3CDTF">2026-07-30T21:26:05Z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0x010100E3922E2066466747B06F5A2CB1EF004C</vt:lpwstr>
  </property>
</Properties>
</file>