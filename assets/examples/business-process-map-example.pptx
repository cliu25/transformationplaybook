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8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6"/>
  </p:normalViewPr>
  <p:slideViewPr>
    <p:cSldViewPr snapToGrid="0">
      <p:cViewPr varScale="1">
        <p:scale>
          <a:sx n="109" d="100"/>
          <a:sy n="109" d="100"/>
        </p:scale>
        <p:origin x="7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A302E-A27E-C7A4-03AE-94091AE8D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B74D0-BBE9-3359-2386-17A2D3870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7E8FC-435B-D88D-A3AB-9E0AE8E68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CFBBC-0BBE-9B74-26FE-564F5F908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D68A3-0A37-858E-1D19-9EF819BA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48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AA0A-6C15-F90F-2AC7-F419DDFB7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E9517-890C-03AA-8F2E-24CEF697A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7260F-1136-8EE7-820D-AE9EBB853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631D5C-385D-74A0-4C77-C5CD2E0E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AD4E6-D282-1992-205F-3D25A773D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2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E011E-7A7A-5F54-53B9-EE8FF601F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79C95-E731-6D19-28A6-0A2639CFC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F7926-1B0C-0033-E995-FAA448F32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030C0-66DA-5BBF-4B91-6A71AFA51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AD058-31B7-10A7-6C8F-4C050B0BA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34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AC5BB-699D-46D5-1844-0703F8571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7C8B3-8C15-6690-9D16-A05A08C23E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6D51C-232A-0335-0413-9F6AF145C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C9DE1-25DB-B35E-D2B6-3CE9EA0DA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79B94-52D7-EBA4-9490-F53B565F6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6BB29-99E5-2B35-719F-C66CEA17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81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1DDF5-6FD7-7916-8258-5EB60745A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6AB02-62B3-91D8-6555-C61E5756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8A1AE-A49D-D6B0-F6FB-66327A61EA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C0FA2-8BCD-394D-D2BD-8D9DD9D7E0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6021CF-5E28-8E03-5543-7D7F0BB489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980DB7-16C7-EA30-2152-2DDFD5BE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19CCBD-2562-EAB6-3F93-BA0BA01D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29E46-B5E9-F528-B28D-039EFE271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62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0AEA5-5D4F-6BC3-D6A2-CAFF44A22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8FFC97-CE4D-4167-C769-4FB33A88F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9D3E68-79D3-E094-D625-38CDA3912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16059-0081-E24E-FA61-3F4F0B0A7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8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03EA6-317F-ECF7-A73B-3B8C0EA4E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1AB1A2-2A12-2CDA-EA30-F253B270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1C538-13D9-717B-1AAF-983056124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604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EAD54-A120-59B4-3B1B-ED797DA5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C12EE-AD22-F3E6-E995-4039889C7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EDB97-F69F-38AF-7EBA-50B4A0896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2FC6B-9DF8-68D1-6E43-87121D97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C72BB-CA3B-ECD9-94F2-565945A1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E6BDBE-C11A-FC8C-3A34-FF24FADC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4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5C6C-8F45-F58C-31F9-92981FA9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CF6DE1-7240-80BA-693D-E7F465F11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84DFC-18EC-CB1F-02D3-2AC3AFEE9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C639A-DD31-4788-7206-9E4D9115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30368-DA10-87F1-8BD7-388E659B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017DE-F181-C69C-E8B8-5FBFEB1E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69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877B-8717-9DA2-7589-BA1F2BA5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1CAA5-92E3-7CF3-5CC9-287524C6E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AA593-DF23-CFB5-68BA-5C897284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C24C3-FDB2-FEAD-9699-1FA7D72A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61429-1645-E504-60CA-4E282A231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4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6CCE8-EEE8-EA86-4240-535D251F8A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34FD7-E76D-7E09-C626-9CE52CB80A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6BBE8-E184-A75B-18EC-4A9F0B6E9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8BDB9-9C32-003F-B7DF-B7B8445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4E5C-CE8F-2BB2-AABC-DD89F75CC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460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789236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DE6157-2B1A-99EE-6FA1-CA29230B2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6D675-0546-B845-B789-82C8EC1ED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B9352-5FAC-B05E-C4E5-8433A9E74D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5DF719-3740-9541-9B61-6F5820D59794}" type="datetimeFigureOut">
              <a:rPr lang="en-US" smtClean="0"/>
              <a:t>6/30/26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52284-9282-5EAE-5620-9AEC449B4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E27B8-B3F1-F3E2-DF68-81BE64F83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1668E6-619E-8344-9053-EF8A406A58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0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ibm.box.com/s/kut0mddklgqf3vig3v9i1bwl6x1mycoq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3F7FC-8880-8211-21EF-4D1A925ADB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43786" y="6469419"/>
            <a:ext cx="60914" cy="123111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D3A98-7395-CF87-E588-A9768B0502C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59BDE9A-A752-8379-1CA9-3231964E5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445"/>
            <a:ext cx="2474590" cy="497091"/>
          </a:xfrm>
        </p:spPr>
        <p:txBody>
          <a:bodyPr>
            <a:normAutofit fontScale="90000"/>
          </a:bodyPr>
          <a:lstStyle/>
          <a:p>
            <a:r>
              <a:rPr lang="en-US" dirty="0"/>
              <a:t>Map out the Current Workflow (~ 1 day)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BFB5EEC-3B3D-CEFA-6A6B-BCE160A61828}"/>
              </a:ext>
            </a:extLst>
          </p:cNvPr>
          <p:cNvSpPr txBox="1">
            <a:spLocks/>
          </p:cNvSpPr>
          <p:nvPr/>
        </p:nvSpPr>
        <p:spPr>
          <a:xfrm>
            <a:off x="476818" y="1565981"/>
            <a:ext cx="10591945" cy="497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1800" i="1" kern="0" dirty="0">
                <a:latin typeface="+mn-lt"/>
                <a:hlinkClick r:id="rId2"/>
              </a:rPr>
              <a:t>draw.io</a:t>
            </a:r>
            <a:r>
              <a:rPr lang="en-US" sz="1800" i="1" kern="0" dirty="0">
                <a:latin typeface="+mn-lt"/>
              </a:rPr>
              <a:t> (download)</a:t>
            </a:r>
          </a:p>
        </p:txBody>
      </p:sp>
      <p:pic>
        <p:nvPicPr>
          <p:cNvPr id="4" name="Picture 3" descr="A black screen with white rectangles&#10;&#10;Description automatically generated">
            <a:extLst>
              <a:ext uri="{FF2B5EF4-FFF2-40B4-BE49-F238E27FC236}">
                <a16:creationId xmlns:a16="http://schemas.microsoft.com/office/drawing/2014/main" id="{5D88D531-3DF0-49F5-8EE8-6A5EDC34F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17" y="2253044"/>
            <a:ext cx="11073814" cy="168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0148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IBM Plex Sans</vt:lpstr>
      <vt:lpstr>Office Theme</vt:lpstr>
      <vt:lpstr>Map out the Current Workflow (~ 1 day)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Claire Liu</dc:creator>
  <cp:lastModifiedBy>Claire Liu</cp:lastModifiedBy>
  <cp:revision>1</cp:revision>
  <dcterms:created xsi:type="dcterms:W3CDTF">2026-06-30T19:41:47Z</dcterms:created>
  <dcterms:modified xsi:type="dcterms:W3CDTF">2026-06-30T19:42:11Z</dcterms:modified>
</cp:coreProperties>
</file>